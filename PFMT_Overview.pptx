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C233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0C89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SCOPED APPLICATION  ·  x_pfmt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7" name="Image 0" descr="/sessions/friendly-peaceful-cerf/mnt/outputs/icons/piggy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206700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974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PFMT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Finance Money Tracker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money-tracking and budgeting app, built natively on the ServiceNow platform — Service Portal UI, Flow Designer automation, and a scoped REST API.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806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60441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dev275144.service-now.com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69080" y="5806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069080" y="60441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x_pfmt · v1.0.0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15200" y="5806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0" y="60441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complete · ready to build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tracking, where the rest of work already happens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personal finance apps live outside the tools people already use. PFMT flips that: it's a fully self-contained budgeting app built as a ServiceNow scoped application — so tracking spend, staying inside budget, and hitting savings goals happens inside the same platform's Service Portal, mobile app, and automation engine.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C23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108960"/>
            <a:ext cx="658368" cy="658368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7" name="Image 0" descr="/sessions/friendly-peaceful-cerf/mnt/outputs/icon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08" y="3194548"/>
            <a:ext cx="487192" cy="487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Dollar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4361688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expenses, income, and transfers in seconds, with a live net-balance view across accounts.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C23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108960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/sessions/friendly-peaceful-cerf/mnt/outputs/icons/chart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748" y="3194548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Inside Budget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9160" y="4361688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limits with automatic spend rollups and threshold alerts before you overspend.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7889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C233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3108960"/>
            <a:ext cx="658368" cy="65836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2" descr="/sessions/friendly-peaceful-cerf/mnt/outputs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788" y="3194548"/>
            <a:ext cx="487192" cy="487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Savings Goals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58200" y="4361688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Target-based goals track progress automatically and nudge you when you fall behind schedule.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features that cover the full daily money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12064" cy="512064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6" name="Image 0" descr="/sessions/friendly-peaceful-cerf/mnt/outputs/icon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80" y="192280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49631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 balance with income vs. expense breakdown, right on the portal home page.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2544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856232"/>
            <a:ext cx="512064" cy="512064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1" name="Image 1" descr="/sessions/friendly-peaceful-cerf/mnt/outputs/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144" y="1922800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49631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Capture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08576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expense, income, or transfer entry with smart category and account defaults.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65008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85623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/sessions/friendly-peaceful-cerf/mnt/outputs/icons/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608" y="1922800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49631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Tracking &amp; Alerts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21040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limits with live progress bars and automatic alerts at an 80% threshold.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947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05079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3" descr="/sessions/friendly-peaceful-cerf/mnt/outputs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" y="4117360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690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Goals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00176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Target-and-date goals with automatic progress %, achievement badges, and behind-schedule nudges.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2544" y="37947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050792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/sessions/friendly-peaceful-cerf/mnt/outputs/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144" y="4117360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8576" y="4690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Transactions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08576" y="500176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scheduled flow auto-posts recurring bills and income on their due date.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65008" y="37947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050792"/>
            <a:ext cx="512064" cy="512064"/>
          </a:xfrm>
          <a:prstGeom prst="ellipse">
            <a:avLst/>
          </a:prstGeom>
          <a:solidFill>
            <a:srgbClr val="FF5B5B"/>
          </a:solidFill>
          <a:ln/>
        </p:spPr>
      </p:sp>
      <p:pic>
        <p:nvPicPr>
          <p:cNvPr id="31" name="Image 5" descr="/sessions/friendly-peaceful-cerf/mnt/outputs/icons/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608" y="4117360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690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Insights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21040" y="500176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Spend-by-category, savings rate, average daily spend, and over-budget flags at a glance.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ServiceNow platform layers, one scoped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Portal + Mobile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59736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52344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Widget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3227832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1272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Form Widget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703320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6027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Tracker Widget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4178808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0782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Progress Widget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" y="4654296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5537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5129784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5029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Mobile 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52544" y="164592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00A37A"/>
          </a:solidFill>
          <a:ln/>
        </p:spPr>
      </p:sp>
      <p:sp>
        <p:nvSpPr>
          <p:cNvPr id="21" name="Text 19"/>
          <p:cNvSpPr/>
          <p:nvPr/>
        </p:nvSpPr>
        <p:spPr>
          <a:xfrm>
            <a:off x="4535424" y="173736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35424" y="199339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+ Flows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52544" y="2459736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2752344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Rules (validate, balance, budget)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53712" y="3227832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31272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 Scripts (date, filter, hints)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53712" y="3703320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36027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Script Includes (Budget, Auth)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53712" y="4178808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40782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Flow Designer flows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53712" y="4654296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45537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Scheduled job (weekly backup)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164592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247888" y="173736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47888" y="199339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Tables + APIs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65008" y="2459736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66176" y="275234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8449056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tables (x_pfmt_*)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66176" y="322783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8449056" y="31272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Scripted REST resources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66176" y="370332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8449056" y="36027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API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66176" y="417880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8449056" y="40782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row-level security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Automated Test Framework (ATF)  ·  Update Sets  ·  Platform Analytics KPIs  ·  Now Assist  ·  Notifications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blank PDI to live portal in five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2588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Scoped App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→ new app, scope x_pfmt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25880" y="2258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044952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325880" y="2542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28620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tables + seed 13 categories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3941064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325880" y="34381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Scripts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25880" y="37581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Client Scripts, Flows, REST API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5880" y="40507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379976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8680" y="4837176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325880" y="43342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Portal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25880" y="46542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 widget: HTML, CSS, controller, server script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25880" y="49469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276088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52303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Go Live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325880" y="5550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test, ATF suite, Update Set export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25880" y="58430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D1117"/>
          </a:solidFill>
          <a:ln/>
        </p:spPr>
      </p:sp>
      <p:sp>
        <p:nvSpPr>
          <p:cNvPr id="34" name="Shape 32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5" name="Image 0" descr="/sessions/friendly-peaceful-cerf/mnt/outputs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0723" y="2083003"/>
            <a:ext cx="405994" cy="40599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REST API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3152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path: /api/x_pfmt/pfmt/v1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62940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412480" y="29260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register · logout — token-based session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629400" y="3456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/transactions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412480" y="345643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— create &amp; list transactions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629400" y="39867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/accounts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412480" y="39867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balances and details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629400" y="45171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/budgets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412480" y="45171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periods, spend, and thresholds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629400" y="5047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412480" y="5047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 progress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29400" y="5577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412480" y="5577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and preferences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financial-grade design system, five core screens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trust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growth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5B5B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warning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500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threshold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0664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accents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9828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9828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display headings in a geometric sans, body copy in a humanist sans for scan-readability, and a monospace face for all amounts, dates, and codes.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SCREENS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1975104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9888" y="4370832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27" name="Image 0" descr="/sessions/friendly-peaceful-cerf/mnt/outputs/icon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701" y="4432645"/>
            <a:ext cx="351861" cy="35186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" y="491947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31520" y="519379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quick add, recent activity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834640" y="4187952"/>
            <a:ext cx="1975104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84448" y="4370832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32" name="Image 1" descr="/sessions/friendly-peaceful-cerf/mnt/outputs/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261" y="4432645"/>
            <a:ext cx="351861" cy="351861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926080" y="491947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Transaction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2926080" y="519379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category, account, date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029200" y="4187952"/>
            <a:ext cx="1975104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779008" y="4370832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37" name="Image 2" descr="/sessions/friendly-peaceful-cerf/mnt/outputs/icons/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821" y="4432645"/>
            <a:ext cx="351861" cy="351861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20640" y="491947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Tracker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5120640" y="519379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progress bars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7223760" y="4187952"/>
            <a:ext cx="1975104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973568" y="4370832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42" name="Image 3" descr="/sessions/friendly-peaceful-cerf/mnt/outputs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381" y="4432645"/>
            <a:ext cx="351861" cy="351861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315200" y="491947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Goals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7315200" y="519379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progress + projections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9418320" y="4187952"/>
            <a:ext cx="1975104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0168128" y="4370832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47" name="Image 4" descr="/sessions/friendly-peaceful-cerf/mnt/outputs/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941" y="4432645"/>
            <a:ext cx="351861" cy="351861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9509760" y="491947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9509760" y="519379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spend + KPI cards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64008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ships as a native AngularJS Service Portal widget — the balance card, quick-add buttons, and recent-transactions list all render live from ServiceNow data.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sprints, six weeks, PDI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WEEKS 1–2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Scoped 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6968" y="30906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718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app x_pfmt in Studio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" y="35478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290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tables + ACLs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6968" y="40050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862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default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6968" y="44622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3434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Balance-update Business Rule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5010912"/>
            <a:ext cx="30815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0235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Working data layer on PDI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52544" y="164592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184708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81144" y="1847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WEEKS 3–4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81144" y="226771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Automation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81144" y="260604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Flow Designer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99432" y="30906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29718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 Portal pages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99432" y="35478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34290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budget widgets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99432" y="40050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64024" y="38862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Scripts + Flow 1 &amp; 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99432" y="44622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43434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notifications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81144" y="5010912"/>
            <a:ext cx="30815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81144" y="510235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Functional portal with real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65008" y="164592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3608" y="184708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8293608" y="1847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WEEKS 5–6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93608" y="226771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Polish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93608" y="260604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Goals &amp; Handover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11896" y="30906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8476488" y="29718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 KPIs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11896" y="35478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8476488" y="34290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(reset) &amp; Flow 3 (goals)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11896" y="40050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8476488" y="38862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REST API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11896" y="44622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8476488" y="43434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ATF suite + Update Set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93608" y="5010912"/>
            <a:ext cx="30815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93608" y="510235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Production-ready PFMT app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233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00C89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961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blueprint to production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code are complete. What's left is execution on the ServiceNow PDI.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8" name="Image 0" descr="/sessions/friendly-peaceful-cerf/mnt/outputs/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21422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305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scoped app &amp; 6 tables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4414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→ x_pfmt scope, seed 13 default categories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2990088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2" name="Image 1" descr="/sessions/friendly-peaceful-cerf/mnt/outputs/icons/c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305546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71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Business Rules &amp; Client Scripts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32826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balance updates, budget calculations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" y="3831336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6" name="Image 2" descr="/sessions/friendly-peaceful-cerf/mnt/outputs/icons/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896716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130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Flow Designer automations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1239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reset · daily recurring transactions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22960" y="4672584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20" name="Image 3" descr="/sessions/friendly-peaceful-cerf/mnt/outputs/icons/pl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737964"/>
            <a:ext cx="372161" cy="3721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6542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REST API &amp; Portal widget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08760" y="49651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/pfmt/v1 endpoints and the PFMT Dashboard widget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22960" y="5513832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24" name="Image 4" descr="/sessions/friendly-peaceful-cerf/mnt/outpu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5579212"/>
            <a:ext cx="372161" cy="37216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54955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export, and go live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508760" y="5806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ATF suite → Update Set export → live portal page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138160" y="2148840"/>
            <a:ext cx="3291840" cy="379476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/>
        </p:spPr>
      </p:sp>
      <p:sp>
        <p:nvSpPr>
          <p:cNvPr id="28" name="Text 21"/>
          <p:cNvSpPr/>
          <p:nvPr/>
        </p:nvSpPr>
        <p:spPr>
          <a:xfrm>
            <a:off x="8321040" y="2514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HRS</a:t>
            </a:r>
            <a:endParaRPr lang="en-US" sz="4000" dirty="0"/>
          </a:p>
        </p:txBody>
      </p:sp>
      <p:sp>
        <p:nvSpPr>
          <p:cNvPr id="29" name="Text 22"/>
          <p:cNvSpPr/>
          <p:nvPr/>
        </p:nvSpPr>
        <p:spPr>
          <a:xfrm>
            <a:off x="8366760" y="3291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focused PDI work across all five integration phases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366760" y="4114800"/>
            <a:ext cx="2834640" cy="0"/>
          </a:xfrm>
          <a:prstGeom prst="line">
            <a:avLst/>
          </a:prstGeom>
          <a:noFill/>
          <a:ln w="12700">
            <a:solidFill>
              <a:srgbClr val="39415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32104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8321040" y="4773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78408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27"/>
          <p:cNvSpPr/>
          <p:nvPr/>
        </p:nvSpPr>
        <p:spPr>
          <a:xfrm>
            <a:off x="9784080" y="4773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8321040" y="5212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6" name="Text 29"/>
          <p:cNvSpPr/>
          <p:nvPr/>
        </p:nvSpPr>
        <p:spPr>
          <a:xfrm>
            <a:off x="832104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9784080" y="5212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1"/>
          <p:cNvSpPr/>
          <p:nvPr/>
        </p:nvSpPr>
        <p:spPr>
          <a:xfrm>
            <a:off x="978408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Pages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2026-08-09T03:26:29Z</dcterms:created>
  <dcterms:modified xsi:type="dcterms:W3CDTF">2026-08-09T03:26:29Z</dcterms:modified>
</cp:coreProperties>
</file>